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43232" cy="48554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288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/>
              <a:t>Legacy Standard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2423160" cy="132588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State incumbent</a:t>
            </a:r>
          </a:p>
          <a:p>
            <a:pPr algn="ctr"/>
            <a:r>
              <a:rPr sz="1200" b="0"/>
              <a:t>source support • objective</a:t>
            </a:r>
          </a:p>
          <a:p>
            <a:pPr algn="ctr"/>
            <a:r>
              <a:rPr sz="1200" b="0"/>
              <a:t>constraints • uncertainty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88920" y="1874519"/>
            <a:ext cx="54864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37560" y="1417320"/>
            <a:ext cx="2423160" cy="132588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Identify change</a:t>
            </a:r>
          </a:p>
          <a:p>
            <a:pPr algn="ctr"/>
            <a:r>
              <a:rPr sz="1200" b="0"/>
              <a:t>sensing • computation</a:t>
            </a:r>
          </a:p>
          <a:p>
            <a:pPr algn="ctr"/>
            <a:r>
              <a:rPr sz="1200" b="0"/>
              <a:t>communication • control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15000" y="1874519"/>
            <a:ext cx="54864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2423160" cy="132588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Estimate</a:t>
            </a:r>
          </a:p>
          <a:p>
            <a:pPr algn="ctr"/>
            <a:r>
              <a:rPr sz="1200" b="0"/>
              <a:t>static regret</a:t>
            </a:r>
          </a:p>
          <a:p>
            <a:pPr algn="ctr"/>
            <a:r>
              <a:rPr sz="1200" b="0"/>
              <a:t>uncertainty • falsification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41080" y="1874519"/>
            <a:ext cx="54864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89720" y="1417320"/>
            <a:ext cx="2423160" cy="1325880"/>
          </a:xfrm>
          <a:prstGeom prst="roundRect">
            <a:avLst/>
          </a:prstGeom>
          <a:solidFill>
            <a:srgbClr val="EAF4F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Decide</a:t>
            </a:r>
          </a:p>
          <a:p>
            <a:pPr algn="ctr"/>
            <a:r>
              <a:rPr sz="1200" b="0"/>
              <a:t>switching • network</a:t>
            </a:r>
          </a:p>
          <a:p>
            <a:pPr algn="ctr"/>
            <a:r>
              <a:rPr sz="1200" b="0"/>
              <a:t>safety • regulation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Technological change triggers re-audit—not automatic replacement.</a:t>
            </a:r>
          </a:p>
          <a:p>
            <a:r>
              <a:t>Retain material, uncertain, null, and insufficient-evidence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