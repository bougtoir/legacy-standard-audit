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28600"/>
            <a:ext cx="1124712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/>
              <a:t>Figure 1. Legacy Standard Audit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828800"/>
            <a:ext cx="2468880" cy="11887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Historical problem
Objective • constraints • information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743200" y="2240280"/>
            <a:ext cx="548640" cy="32004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91840" y="1828800"/>
            <a:ext cx="2468880" cy="11887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Technology change
Sensing • computation • control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669280" y="2240280"/>
            <a:ext cx="548640" cy="32004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828800"/>
            <a:ext cx="2468880" cy="11887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Static audit
Incumbent vs frictionless comparator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595360" y="2240280"/>
            <a:ext cx="548640" cy="32004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0" y="1828800"/>
            <a:ext cx="2468880" cy="11887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Transition audit
Switching • network • safety costs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4800600"/>
            <a:ext cx="73152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/>
              <a:t>Recommend change only when transition-adjusted benefit remains positive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28600"/>
            <a:ext cx="1124712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/>
              <a:t>Figure 2. Primary-case benchmarks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88720"/>
            <a:ext cx="502920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/>
              <a:t>BE03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50292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0"/>
              <a:t>Estimate: 25.7%
95% interval: 18.0%–34.9%
fraction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188720"/>
            <a:ext cx="502920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/>
              <a:t>WK07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874519"/>
            <a:ext cx="50292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0"/>
              <a:t>Estimate: 0.00250
95% interval: 0.00229–0.00271
normalized cost per cycle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749039"/>
            <a:ext cx="502920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/>
              <a:t>UI01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34840"/>
            <a:ext cx="50292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0"/>
              <a:t>Estimate: 0.072
95% interval: 0.068–0.076
EUR per MWh baseline load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749039"/>
            <a:ext cx="502920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/>
              <a:t>UI09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434840"/>
            <a:ext cx="50292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0"/>
              <a:t>Estimate: 45.7%
95% interval: 41.5%–49.1%
fraction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28600"/>
            <a:ext cx="1124712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/>
              <a:t>Figure 3. Frozen-case classifications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51560"/>
            <a:ext cx="109728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BE03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1051560"/>
            <a:ext cx="89611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/>
              <a:t>small or uncertain mismatch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64792"/>
            <a:ext cx="109728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WK07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1764792"/>
            <a:ext cx="89611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/>
              <a:t>material mismatch under oracle benchmark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78024"/>
            <a:ext cx="109728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UI01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2478024"/>
            <a:ext cx="89611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/>
              <a:t>small or uncertain mismatch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91256"/>
            <a:ext cx="109728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UI09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3191256"/>
            <a:ext cx="89611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/>
              <a:t>material mismatch under oracle benchmark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04487"/>
            <a:ext cx="109728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TR01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904487"/>
            <a:ext cx="89611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/>
              <a:t>insufficient evidence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17720"/>
            <a:ext cx="109728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NC01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0" y="4617720"/>
            <a:ext cx="89611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/>
              <a:t>insufficient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330952"/>
            <a:ext cx="109728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/>
              <a:t>NC03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011680" y="5330952"/>
            <a:ext cx="89611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/>
              <a:t>no mismatch for repeated halving objective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228600"/>
            <a:ext cx="11247120" cy="59436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/>
              <a:t>Figure S1. Model sensitivity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51560"/>
            <a:ext cx="502920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/>
              <a:t>BE03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45919"/>
            <a:ext cx="50292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/>
              <a:t>08:00-18:00: 0.07839
07:00-19:00: 0.2567
06:00-20:00: 0.3772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051560"/>
            <a:ext cx="502920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/>
              <a:t>WK07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19"/>
            <a:ext cx="50292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/>
              <a:t>cost=2;lead=1: 0.002328
cost=2;lead=5: 0.002231
cost=2;lead=10: 0.002105
cost=5;lead=1: 0.002596
cost=5;lead=5: 0.002499
cost=5;lead=10: 0.002373
cost=10;lead=1: 0.003007
cost=10;lead=5: 0.002911
cost=10;lead=10: 0.002784
cost=20;lead=1: 0.003007
cost=20;lead=5: 0.002911
cost=20;lead=10: 0.002784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794760"/>
            <a:ext cx="502920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/>
              <a:t>UI01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50292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/>
              <a:t>0.005: 0.03592
0.01: 0.07185
0.05: 0.3592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3794760"/>
            <a:ext cx="5029200" cy="502920"/>
          </a:xfrm>
          <a:prstGeom prst="roundRect">
            <a:avLst/>
          </a:prstGeom>
          <a:solidFill>
            <a:srgbClr val="EAF4F8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/>
              <a:t>UI09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4389120"/>
            <a:ext cx="50292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176B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/>
              <a:t>median;penalty=2: 0.2456
median;penalty=5: 0.4566
median;penalty=10: 0.6294
mean;penalty=2: 0.2542
mean;penalty=5: 0.4939
mean;penalty=10: 0.6705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